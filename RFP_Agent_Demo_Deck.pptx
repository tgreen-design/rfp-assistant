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164592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A8AD"/>
                </a:solidFill>
              </a:rPr>
              <a:t>CUSTOMINK REVENUE TEAM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RFP Agent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0D6"/>
                </a:solidFill>
              </a:rPr>
              <a:t>Automating our RFP response process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0D6"/>
                </a:solidFill>
              </a:rPr>
              <a:t>from intake to draft in under 90 seconds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148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A8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 Intake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41148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A8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2. Go/No-Go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41148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A8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 Questions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41148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A8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4. Draft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BAA"/>
                </a:solidFill>
              </a:rPr>
              <a:t>Tara Green  ·  Revenue Team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8AD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</a:rPr>
              <a:t>RFPs are consuming our team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 RFP response requires the same manual effort — regardless of deal size or fit.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4864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</a:rPr>
              <a:t>8–12 hrs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056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 RFP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starts from scratch every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417320"/>
            <a:ext cx="54864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</a:rPr>
              <a:t>No triage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96896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Go/No-Go decisions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made informally or too late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417320"/>
            <a:ext cx="54864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</a:rPr>
              <a:t>Inconsistent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45736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every rep writes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boilerplate differently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4173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417320"/>
            <a:ext cx="54864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</a:rPr>
              <a:t>Legal exposure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94576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non-standard contract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terms often go unnoticed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708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result: deals take too long to evaluate, responses feel generic, and reps spend time on work that should be automated.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8AD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Meet the RFP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D6"/>
                </a:solidFill>
              </a:rPr>
              <a:t>A rep pastes an RFP into Slack. 90 seconds later, four things appear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3246120"/>
          </a:xfrm>
          <a:prstGeom prst="rect">
            <a:avLst/>
          </a:prstGeom>
          <a:solidFill>
            <a:srgbClr val="0F1F36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508760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6"/>
                </a:solidFill>
              </a:rPr>
              <a:t>Parses the RFP and extracts company, volume, deadline, sections, legal flags, and missing info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371600"/>
            <a:ext cx="2011680" cy="3246120"/>
          </a:xfrm>
          <a:prstGeom prst="rect">
            <a:avLst/>
          </a:prstGeom>
          <a:solidFill>
            <a:srgbClr val="0F1F36"/>
          </a:solidFill>
          <a:ln w="19050">
            <a:solidFill>
              <a:srgbClr val="1D83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508760"/>
            <a:ext cx="640080" cy="640080"/>
          </a:xfrm>
          <a:prstGeom prst="ellipse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42032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Go/No-Go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87752" y="2697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6"/>
                </a:solidFill>
              </a:rPr>
              <a:t>Scores the deal GREEN / YELLOW / RED with competitive position, margin assessment, and conditions to proceed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371600"/>
            <a:ext cx="2011680" cy="3246120"/>
          </a:xfrm>
          <a:prstGeom prst="rect">
            <a:avLst/>
          </a:prstGeom>
          <a:solidFill>
            <a:srgbClr val="0F1F36"/>
          </a:solidFill>
          <a:ln w="19050">
            <a:solidFill>
              <a:srgbClr val="7D3C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2664" y="1508760"/>
            <a:ext cx="640080" cy="64008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18304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4024" y="2697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6"/>
                </a:solidFill>
              </a:rPr>
              <a:t>Drafts the full clarification question list using your standard library + RFP-specific questions. Internal routing note included.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1371600"/>
            <a:ext cx="2011680" cy="3246120"/>
          </a:xfrm>
          <a:prstGeom prst="rect">
            <a:avLst/>
          </a:prstGeom>
          <a:solidFill>
            <a:srgbClr val="0F1F36"/>
          </a:solidFill>
          <a:ln w="19050">
            <a:solidFill>
              <a:srgbClr val="B777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88936" y="1508760"/>
            <a:ext cx="640080" cy="640080"/>
          </a:xfrm>
          <a:prstGeom prst="ellipse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94576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Draft Response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0296" y="2697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6"/>
                </a:solidFill>
              </a:rPr>
              <a:t>Generates a Word doc with AUTOPILOT sections pre-filled from approved boilerplate and NEEDS INPUT sections flagged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2999232"/>
            <a:ext cx="164592" cy="0"/>
          </a:xfrm>
          <a:prstGeom prst="line">
            <a:avLst/>
          </a:prstGeom>
          <a:noFill/>
          <a:ln w="19050">
            <a:solidFill>
              <a:srgbClr val="14A8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2999232"/>
            <a:ext cx="164592" cy="0"/>
          </a:xfrm>
          <a:prstGeom prst="line">
            <a:avLst/>
          </a:prstGeom>
          <a:noFill/>
          <a:ln w="19050">
            <a:solidFill>
              <a:srgbClr val="14A8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8544" y="2999232"/>
            <a:ext cx="164592" cy="0"/>
          </a:xfrm>
          <a:prstGeom prst="line">
            <a:avLst/>
          </a:prstGeom>
          <a:noFill/>
          <a:ln w="19050">
            <a:solidFill>
              <a:srgbClr val="14A8A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8AD"/>
                </a:solidFill>
              </a:rPr>
              <a:t>REP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</a:rPr>
              <a:t>One command. 90 seconds. Everything done.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Rep types /rfp in Slack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 any channel. No form to navigate to, no email to send, no template to find.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1600200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A modal pops up instantly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 pastes the full RFP text. Adds an optional context note (e.g. 'came via Martin'). Hits submit.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2560320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1752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Agent runs all 4 phases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Progress updates post to the thread. Takes 60–90 seconds. Rep can do something else.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" y="3520440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7764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931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Ryan or Haley clicks one button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519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Approve · Escalate · Pass. Bot automatically pings the right people based on the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8AD"/>
                </a:solidFill>
              </a:rPr>
              <a:t>LIVE OUTPUT EXAMPLE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</a:rPr>
              <a:t>This is what appeared for Meridian Health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real $1.8–2.4M healthcare RFP run through the agent. Output in 90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3566160"/>
          </a:xfrm>
          <a:prstGeom prst="rect">
            <a:avLst/>
          </a:prstGeom>
          <a:solidFill>
            <a:srgbClr val="FFFDF0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023360" cy="4572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YELLOW — Conditional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Company: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Meridian Health Systems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Value: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$1.8–2.4M/yr · Healthcare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Deadline: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May 16, 2026
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Legal flags: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7 found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Unlimited indemnification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IP assignment on all designs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$500/day liquidated damages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30-day unilateral termination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434340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188720"/>
            <a:ext cx="43434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88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conditions to flip GREEN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81051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Legal counters unlimited indemnification + IP assignment within 5 days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4688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4414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Cody models community giveaway margin — confirm stays above 20% floor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12724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0998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Jess confirms scrubs/lab coat decoration at 15–20K garments/yr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785616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7581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Ryan approves pursuit given Net 60 terms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agent also generated 27 clarification questions and categorized 9 RFP sections — all in the same 90-second run.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8AD"/>
                </a:solidFill>
              </a:rPr>
              <a:t>TIME SAVINGS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days to minutes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47472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With 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Initial RFP triage &amp; read-through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1–2 hrs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~10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A8AD"/>
                          </a:solidFill>
                        </a:rPr>
                        <a:t>~2 hrs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Go/No-Go brief for leadership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30–60 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~30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A8AD"/>
                          </a:solidFill>
                        </a:rPr>
                        <a:t>~1 hr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Drafting clarification questions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45–90 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~35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A8AD"/>
                          </a:solidFill>
                        </a:rPr>
                        <a:t>~1 hr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Categorizing sections &amp; assigning owners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30–45 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~5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A8AD"/>
                          </a:solidFill>
                        </a:rPr>
                        <a:t>~45 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6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Filling in boilerplate sections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2–3 hrs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Instant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A8AD"/>
                          </a:solidFill>
                        </a:rPr>
                        <a:t>~3 hrs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A8AD"/>
                          </a:solidFill>
                        </a:rPr>
                        <a:t>Total per RFP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A8AD"/>
                          </a:solidFill>
                        </a:rPr>
                        <a:t>8–12 hrs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A8AD"/>
                          </a:solidFill>
                        </a:rPr>
                        <a:t>~90 sec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A8AD"/>
                          </a:solidFill>
                        </a:rPr>
                        <a:t>~8 hrs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BAA"/>
                </a:solidFill>
              </a:rPr>
              <a:t>Based on average rep time tracked across Crunch Fitness, Klaviyo, and Simon RFP responses.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8AD"/>
                </a:solidFill>
              </a:rPr>
              <a:t>CURRENT STATUS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</a:rPr>
              <a:t>What's built and ready right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1069848"/>
            <a:ext cx="6858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0698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READY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07008" y="1051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4-phase Python prototype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" y="1417320"/>
            <a:ext cx="3904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Runs all phases from CLI. Tested on real Crunch Fitness, Klaviyo &amp; Simon RFPs.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16052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40280"/>
            <a:ext cx="548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" y="2350008"/>
            <a:ext cx="6858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3500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READY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07008" y="23317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Slack bot 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" y="2697480"/>
            <a:ext cx="3904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/rfp command, modal input, thread output, .docx upload, Approve/Escalate/Pass buttons.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416052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20440"/>
            <a:ext cx="548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3630168"/>
            <a:ext cx="6858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3630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READY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07008" y="36118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AUTOPILOT boilerplate library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" y="3977640"/>
            <a:ext cx="3904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14 real approved answers extracted from past RFPs — wired into config.py.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416052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960120"/>
            <a:ext cx="548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1069848"/>
            <a:ext cx="6858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0698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READY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50408" y="1051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Word doc draft generator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91456" y="1417320"/>
            <a:ext cx="3904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Auto-fills AUTOPILOT sections, flags NEEDS INPUT yellow, flags LEGAL red.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240280"/>
            <a:ext cx="4160520" cy="1143000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240280"/>
            <a:ext cx="54864" cy="11430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91456" y="2350008"/>
            <a:ext cx="685800" cy="2560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23500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PENDING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0408" y="23317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Anthropic API key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91456" y="2697480"/>
            <a:ext cx="3904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Needed to actually call Claude. Available via console.anthropic.com — Enterprise account applies.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520440"/>
            <a:ext cx="4160520" cy="1143000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520440"/>
            <a:ext cx="54864" cy="11430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3630168"/>
            <a:ext cx="685800" cy="2560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630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PENDING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50408" y="36118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Slack admin approval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91456" y="3977640"/>
            <a:ext cx="3904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App created, scopes set, /rfp command configured. Awaiting IT approval to install.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8AD"/>
                </a:solidFill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</a:rPr>
              <a:t>Three things to go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Get the Anthropic API key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63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Log into console.anthropic.com with CustomInk credentials. Create a key named 'RFP Agent'. Paste into config.py.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1207008"/>
            <a:ext cx="1280160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207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536192"/>
            <a:ext cx="1280160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This week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86000"/>
            <a:ext cx="54864" cy="11430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2395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Approve the Slack app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743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Pending in customink.slack.com/admin/apps/requests. One click to approve. Bot can then be installed.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2487168"/>
            <a:ext cx="1280160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487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IT Admin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2816352"/>
            <a:ext cx="1280160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This week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66160"/>
            <a:ext cx="548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862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3675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Run the bot &amp; go live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023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python3 slack_bot.py — bot connects, /rfp is active. Invite to #rfp-responses. Run first live RFP.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3767328"/>
            <a:ext cx="1280160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Tara + 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4096512"/>
            <a:ext cx="1280160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After above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18288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48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RFP Agent is ready.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A8AD"/>
                </a:solidFill>
              </a:rPr>
              <a:t>Two approvals away from going live.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48840"/>
            <a:ext cx="54864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7377"/>
                </a:solidFill>
              </a:rPr>
              <a:t>~8 hrs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3816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saved per RFP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2148840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A34A"/>
                </a:solidFill>
              </a:rPr>
              <a:t>90 sec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962656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intake to draft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1488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2148840"/>
            <a:ext cx="54864" cy="10515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D3C98"/>
                </a:solidFill>
              </a:rPr>
              <a:t>4 phases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111496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fully automated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0D6"/>
                </a:solidFill>
              </a:rPr>
              <a:t>All code, documentation, and setup files are saved and ready to hand to your IT team.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" y="4462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BAA"/>
                </a:solidFill>
              </a:rPr>
              <a:t>tgreen@customink.com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RFP Agent — CustomInk Revenue Team</dc:title>
  <dc:subject>PptxGenJS Presentation</dc:subject>
  <dc:creator>PptxGenJS</dc:creator>
  <cp:lastModifiedBy>PptxGenJS</cp:lastModifiedBy>
  <cp:revision>1</cp:revision>
  <dcterms:created xsi:type="dcterms:W3CDTF">2026-04-24T23:48:21Z</dcterms:created>
  <dcterms:modified xsi:type="dcterms:W3CDTF">2026-04-24T23:48:21Z</dcterms:modified>
</cp:coreProperties>
</file>